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7462500" cy="97536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7475203" cy="9753600"/>
            <a:chOff x="0" y="0"/>
            <a:chExt cx="23300271" cy="13004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300310" cy="13004800"/>
            </a:xfrm>
            <a:custGeom>
              <a:avLst/>
              <a:gdLst/>
              <a:ahLst/>
              <a:cxnLst/>
              <a:rect r="r" b="b" t="t" l="l"/>
              <a:pathLst>
                <a:path h="13004800" w="23300310">
                  <a:moveTo>
                    <a:pt x="0" y="0"/>
                  </a:moveTo>
                  <a:lnTo>
                    <a:pt x="23300310" y="0"/>
                  </a:lnTo>
                  <a:lnTo>
                    <a:pt x="23300310" y="13004800"/>
                  </a:lnTo>
                  <a:lnTo>
                    <a:pt x="0" y="130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212500" y="9452796"/>
            <a:ext cx="2172770" cy="201608"/>
            <a:chOff x="0" y="0"/>
            <a:chExt cx="603547" cy="5600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03547" cy="56002"/>
            </a:xfrm>
            <a:custGeom>
              <a:avLst/>
              <a:gdLst/>
              <a:ahLst/>
              <a:cxnLst/>
              <a:rect r="r" b="b" t="t" l="l"/>
              <a:pathLst>
                <a:path h="56002" w="603547">
                  <a:moveTo>
                    <a:pt x="0" y="0"/>
                  </a:moveTo>
                  <a:lnTo>
                    <a:pt x="603547" y="0"/>
                  </a:lnTo>
                  <a:lnTo>
                    <a:pt x="603547" y="56002"/>
                  </a:lnTo>
                  <a:lnTo>
                    <a:pt x="0" y="56002"/>
                  </a:lnTo>
                  <a:close/>
                </a:path>
              </a:pathLst>
            </a:custGeom>
            <a:solidFill>
              <a:srgbClr val="16181C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603547" cy="845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7475203" cy="9753600"/>
            <a:chOff x="0" y="0"/>
            <a:chExt cx="23300271" cy="13004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300310" cy="13004800"/>
            </a:xfrm>
            <a:custGeom>
              <a:avLst/>
              <a:gdLst/>
              <a:ahLst/>
              <a:cxnLst/>
              <a:rect r="r" b="b" t="t" l="l"/>
              <a:pathLst>
                <a:path h="13004800" w="23300310">
                  <a:moveTo>
                    <a:pt x="0" y="0"/>
                  </a:moveTo>
                  <a:lnTo>
                    <a:pt x="23300310" y="0"/>
                  </a:lnTo>
                  <a:lnTo>
                    <a:pt x="23300310" y="13004800"/>
                  </a:lnTo>
                  <a:lnTo>
                    <a:pt x="0" y="130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212500" y="9452796"/>
            <a:ext cx="2172770" cy="201608"/>
            <a:chOff x="0" y="0"/>
            <a:chExt cx="603547" cy="5600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03547" cy="56002"/>
            </a:xfrm>
            <a:custGeom>
              <a:avLst/>
              <a:gdLst/>
              <a:ahLst/>
              <a:cxnLst/>
              <a:rect r="r" b="b" t="t" l="l"/>
              <a:pathLst>
                <a:path h="56002" w="603547">
                  <a:moveTo>
                    <a:pt x="0" y="0"/>
                  </a:moveTo>
                  <a:lnTo>
                    <a:pt x="603547" y="0"/>
                  </a:lnTo>
                  <a:lnTo>
                    <a:pt x="603547" y="56002"/>
                  </a:lnTo>
                  <a:lnTo>
                    <a:pt x="0" y="56002"/>
                  </a:lnTo>
                  <a:close/>
                </a:path>
              </a:pathLst>
            </a:custGeom>
            <a:solidFill>
              <a:srgbClr val="16181C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603547" cy="845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7475203" cy="9753600"/>
            <a:chOff x="0" y="0"/>
            <a:chExt cx="23300271" cy="13004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300310" cy="13004800"/>
            </a:xfrm>
            <a:custGeom>
              <a:avLst/>
              <a:gdLst/>
              <a:ahLst/>
              <a:cxnLst/>
              <a:rect r="r" b="b" t="t" l="l"/>
              <a:pathLst>
                <a:path h="13004800" w="23300310">
                  <a:moveTo>
                    <a:pt x="0" y="0"/>
                  </a:moveTo>
                  <a:lnTo>
                    <a:pt x="23300310" y="0"/>
                  </a:lnTo>
                  <a:lnTo>
                    <a:pt x="23300310" y="13004800"/>
                  </a:lnTo>
                  <a:lnTo>
                    <a:pt x="0" y="130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212500" y="9452796"/>
            <a:ext cx="2172770" cy="201608"/>
            <a:chOff x="0" y="0"/>
            <a:chExt cx="603547" cy="5600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03547" cy="56002"/>
            </a:xfrm>
            <a:custGeom>
              <a:avLst/>
              <a:gdLst/>
              <a:ahLst/>
              <a:cxnLst/>
              <a:rect r="r" b="b" t="t" l="l"/>
              <a:pathLst>
                <a:path h="56002" w="603547">
                  <a:moveTo>
                    <a:pt x="0" y="0"/>
                  </a:moveTo>
                  <a:lnTo>
                    <a:pt x="603547" y="0"/>
                  </a:lnTo>
                  <a:lnTo>
                    <a:pt x="603547" y="56002"/>
                  </a:lnTo>
                  <a:lnTo>
                    <a:pt x="0" y="56002"/>
                  </a:lnTo>
                  <a:close/>
                </a:path>
              </a:pathLst>
            </a:custGeom>
            <a:solidFill>
              <a:srgbClr val="16181C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603547" cy="845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7475203" cy="9753600"/>
            <a:chOff x="0" y="0"/>
            <a:chExt cx="23300271" cy="13004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300310" cy="13004800"/>
            </a:xfrm>
            <a:custGeom>
              <a:avLst/>
              <a:gdLst/>
              <a:ahLst/>
              <a:cxnLst/>
              <a:rect r="r" b="b" t="t" l="l"/>
              <a:pathLst>
                <a:path h="13004800" w="23300310">
                  <a:moveTo>
                    <a:pt x="0" y="0"/>
                  </a:moveTo>
                  <a:lnTo>
                    <a:pt x="23300310" y="0"/>
                  </a:lnTo>
                  <a:lnTo>
                    <a:pt x="23300310" y="13004800"/>
                  </a:lnTo>
                  <a:lnTo>
                    <a:pt x="0" y="130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162279" y="9440241"/>
            <a:ext cx="2172770" cy="201608"/>
            <a:chOff x="0" y="0"/>
            <a:chExt cx="603547" cy="5600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03547" cy="56002"/>
            </a:xfrm>
            <a:custGeom>
              <a:avLst/>
              <a:gdLst/>
              <a:ahLst/>
              <a:cxnLst/>
              <a:rect r="r" b="b" t="t" l="l"/>
              <a:pathLst>
                <a:path h="56002" w="603547">
                  <a:moveTo>
                    <a:pt x="0" y="0"/>
                  </a:moveTo>
                  <a:lnTo>
                    <a:pt x="603547" y="0"/>
                  </a:lnTo>
                  <a:lnTo>
                    <a:pt x="603547" y="56002"/>
                  </a:lnTo>
                  <a:lnTo>
                    <a:pt x="0" y="56002"/>
                  </a:lnTo>
                  <a:close/>
                </a:path>
              </a:pathLst>
            </a:custGeom>
            <a:solidFill>
              <a:srgbClr val="16181C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603547" cy="845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7475203" cy="9753600"/>
            <a:chOff x="0" y="0"/>
            <a:chExt cx="23300271" cy="13004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300310" cy="13004800"/>
            </a:xfrm>
            <a:custGeom>
              <a:avLst/>
              <a:gdLst/>
              <a:ahLst/>
              <a:cxnLst/>
              <a:rect r="r" b="b" t="t" l="l"/>
              <a:pathLst>
                <a:path h="13004800" w="23300310">
                  <a:moveTo>
                    <a:pt x="0" y="0"/>
                  </a:moveTo>
                  <a:lnTo>
                    <a:pt x="23300310" y="0"/>
                  </a:lnTo>
                  <a:lnTo>
                    <a:pt x="23300310" y="13004800"/>
                  </a:lnTo>
                  <a:lnTo>
                    <a:pt x="0" y="130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212500" y="9452796"/>
            <a:ext cx="2172770" cy="201608"/>
            <a:chOff x="0" y="0"/>
            <a:chExt cx="603547" cy="5600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03547" cy="56002"/>
            </a:xfrm>
            <a:custGeom>
              <a:avLst/>
              <a:gdLst/>
              <a:ahLst/>
              <a:cxnLst/>
              <a:rect r="r" b="b" t="t" l="l"/>
              <a:pathLst>
                <a:path h="56002" w="603547">
                  <a:moveTo>
                    <a:pt x="0" y="0"/>
                  </a:moveTo>
                  <a:lnTo>
                    <a:pt x="603547" y="0"/>
                  </a:lnTo>
                  <a:lnTo>
                    <a:pt x="603547" y="56002"/>
                  </a:lnTo>
                  <a:lnTo>
                    <a:pt x="0" y="56002"/>
                  </a:lnTo>
                  <a:close/>
                </a:path>
              </a:pathLst>
            </a:custGeom>
            <a:solidFill>
              <a:srgbClr val="16181C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603547" cy="845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7475203" cy="9753600"/>
            <a:chOff x="0" y="0"/>
            <a:chExt cx="23300271" cy="13004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300310" cy="13004800"/>
            </a:xfrm>
            <a:custGeom>
              <a:avLst/>
              <a:gdLst/>
              <a:ahLst/>
              <a:cxnLst/>
              <a:rect r="r" b="b" t="t" l="l"/>
              <a:pathLst>
                <a:path h="13004800" w="23300310">
                  <a:moveTo>
                    <a:pt x="0" y="0"/>
                  </a:moveTo>
                  <a:lnTo>
                    <a:pt x="23300310" y="0"/>
                  </a:lnTo>
                  <a:lnTo>
                    <a:pt x="23300310" y="13004800"/>
                  </a:lnTo>
                  <a:lnTo>
                    <a:pt x="0" y="130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296080" y="9424940"/>
            <a:ext cx="2172770" cy="201608"/>
            <a:chOff x="0" y="0"/>
            <a:chExt cx="603547" cy="5600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03547" cy="56002"/>
            </a:xfrm>
            <a:custGeom>
              <a:avLst/>
              <a:gdLst/>
              <a:ahLst/>
              <a:cxnLst/>
              <a:rect r="r" b="b" t="t" l="l"/>
              <a:pathLst>
                <a:path h="56002" w="603547">
                  <a:moveTo>
                    <a:pt x="0" y="0"/>
                  </a:moveTo>
                  <a:lnTo>
                    <a:pt x="603547" y="0"/>
                  </a:lnTo>
                  <a:lnTo>
                    <a:pt x="603547" y="56002"/>
                  </a:lnTo>
                  <a:lnTo>
                    <a:pt x="0" y="56002"/>
                  </a:lnTo>
                  <a:close/>
                </a:path>
              </a:pathLst>
            </a:custGeom>
            <a:solidFill>
              <a:srgbClr val="16181C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603547" cy="845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7475203" cy="9753600"/>
            <a:chOff x="0" y="0"/>
            <a:chExt cx="23300271" cy="13004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300310" cy="13004800"/>
            </a:xfrm>
            <a:custGeom>
              <a:avLst/>
              <a:gdLst/>
              <a:ahLst/>
              <a:cxnLst/>
              <a:rect r="r" b="b" t="t" l="l"/>
              <a:pathLst>
                <a:path h="13004800" w="23300310">
                  <a:moveTo>
                    <a:pt x="0" y="0"/>
                  </a:moveTo>
                  <a:lnTo>
                    <a:pt x="23300310" y="0"/>
                  </a:lnTo>
                  <a:lnTo>
                    <a:pt x="23300310" y="13004800"/>
                  </a:lnTo>
                  <a:lnTo>
                    <a:pt x="0" y="130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785732" y="9477907"/>
            <a:ext cx="1683118" cy="176498"/>
            <a:chOff x="0" y="0"/>
            <a:chExt cx="467533" cy="4902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67533" cy="49027"/>
            </a:xfrm>
            <a:custGeom>
              <a:avLst/>
              <a:gdLst/>
              <a:ahLst/>
              <a:cxnLst/>
              <a:rect r="r" b="b" t="t" l="l"/>
              <a:pathLst>
                <a:path h="49027" w="467533">
                  <a:moveTo>
                    <a:pt x="0" y="0"/>
                  </a:moveTo>
                  <a:lnTo>
                    <a:pt x="467533" y="0"/>
                  </a:lnTo>
                  <a:lnTo>
                    <a:pt x="467533" y="49027"/>
                  </a:lnTo>
                  <a:lnTo>
                    <a:pt x="0" y="49027"/>
                  </a:lnTo>
                  <a:close/>
                </a:path>
              </a:pathLst>
            </a:custGeom>
            <a:solidFill>
              <a:srgbClr val="16181C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467533" cy="776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7475203" cy="9753600"/>
            <a:chOff x="0" y="0"/>
            <a:chExt cx="23300271" cy="13004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300310" cy="13004800"/>
            </a:xfrm>
            <a:custGeom>
              <a:avLst/>
              <a:gdLst/>
              <a:ahLst/>
              <a:cxnLst/>
              <a:rect r="r" b="b" t="t" l="l"/>
              <a:pathLst>
                <a:path h="13004800" w="23300310">
                  <a:moveTo>
                    <a:pt x="0" y="0"/>
                  </a:moveTo>
                  <a:lnTo>
                    <a:pt x="23300310" y="0"/>
                  </a:lnTo>
                  <a:lnTo>
                    <a:pt x="23300310" y="13004800"/>
                  </a:lnTo>
                  <a:lnTo>
                    <a:pt x="0" y="130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212500" y="9452796"/>
            <a:ext cx="2172770" cy="201608"/>
            <a:chOff x="0" y="0"/>
            <a:chExt cx="603547" cy="5600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03547" cy="56002"/>
            </a:xfrm>
            <a:custGeom>
              <a:avLst/>
              <a:gdLst/>
              <a:ahLst/>
              <a:cxnLst/>
              <a:rect r="r" b="b" t="t" l="l"/>
              <a:pathLst>
                <a:path h="56002" w="603547">
                  <a:moveTo>
                    <a:pt x="0" y="0"/>
                  </a:moveTo>
                  <a:lnTo>
                    <a:pt x="603547" y="0"/>
                  </a:lnTo>
                  <a:lnTo>
                    <a:pt x="603547" y="56002"/>
                  </a:lnTo>
                  <a:lnTo>
                    <a:pt x="0" y="56002"/>
                  </a:lnTo>
                  <a:close/>
                </a:path>
              </a:pathLst>
            </a:custGeom>
            <a:solidFill>
              <a:srgbClr val="16181C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603547" cy="845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7475203" cy="9753600"/>
            <a:chOff x="0" y="0"/>
            <a:chExt cx="23300271" cy="13004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300310" cy="13004800"/>
            </a:xfrm>
            <a:custGeom>
              <a:avLst/>
              <a:gdLst/>
              <a:ahLst/>
              <a:cxnLst/>
              <a:rect r="r" b="b" t="t" l="l"/>
              <a:pathLst>
                <a:path h="13004800" w="23300310">
                  <a:moveTo>
                    <a:pt x="0" y="0"/>
                  </a:moveTo>
                  <a:lnTo>
                    <a:pt x="23300310" y="0"/>
                  </a:lnTo>
                  <a:lnTo>
                    <a:pt x="23300310" y="13004800"/>
                  </a:lnTo>
                  <a:lnTo>
                    <a:pt x="0" y="130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212500" y="9452796"/>
            <a:ext cx="2172770" cy="201608"/>
            <a:chOff x="0" y="0"/>
            <a:chExt cx="603547" cy="5600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03547" cy="56002"/>
            </a:xfrm>
            <a:custGeom>
              <a:avLst/>
              <a:gdLst/>
              <a:ahLst/>
              <a:cxnLst/>
              <a:rect r="r" b="b" t="t" l="l"/>
              <a:pathLst>
                <a:path h="56002" w="603547">
                  <a:moveTo>
                    <a:pt x="0" y="0"/>
                  </a:moveTo>
                  <a:lnTo>
                    <a:pt x="603547" y="0"/>
                  </a:lnTo>
                  <a:lnTo>
                    <a:pt x="603547" y="56002"/>
                  </a:lnTo>
                  <a:lnTo>
                    <a:pt x="0" y="56002"/>
                  </a:lnTo>
                  <a:close/>
                </a:path>
              </a:pathLst>
            </a:custGeom>
            <a:solidFill>
              <a:srgbClr val="16181C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603547" cy="845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7475203" cy="9753600"/>
            <a:chOff x="0" y="0"/>
            <a:chExt cx="23300271" cy="13004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300310" cy="13004800"/>
            </a:xfrm>
            <a:custGeom>
              <a:avLst/>
              <a:gdLst/>
              <a:ahLst/>
              <a:cxnLst/>
              <a:rect r="r" b="b" t="t" l="l"/>
              <a:pathLst>
                <a:path h="13004800" w="23300310">
                  <a:moveTo>
                    <a:pt x="0" y="0"/>
                  </a:moveTo>
                  <a:lnTo>
                    <a:pt x="23300310" y="0"/>
                  </a:lnTo>
                  <a:lnTo>
                    <a:pt x="23300310" y="13004800"/>
                  </a:lnTo>
                  <a:lnTo>
                    <a:pt x="0" y="130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212500" y="9452796"/>
            <a:ext cx="2172770" cy="201608"/>
            <a:chOff x="0" y="0"/>
            <a:chExt cx="603547" cy="5600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03547" cy="56002"/>
            </a:xfrm>
            <a:custGeom>
              <a:avLst/>
              <a:gdLst/>
              <a:ahLst/>
              <a:cxnLst/>
              <a:rect r="r" b="b" t="t" l="l"/>
              <a:pathLst>
                <a:path h="56002" w="603547">
                  <a:moveTo>
                    <a:pt x="0" y="0"/>
                  </a:moveTo>
                  <a:lnTo>
                    <a:pt x="603547" y="0"/>
                  </a:lnTo>
                  <a:lnTo>
                    <a:pt x="603547" y="56002"/>
                  </a:lnTo>
                  <a:lnTo>
                    <a:pt x="0" y="56002"/>
                  </a:lnTo>
                  <a:close/>
                </a:path>
              </a:pathLst>
            </a:custGeom>
            <a:solidFill>
              <a:srgbClr val="16181C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603547" cy="845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DAHSn2s4JwA</dc:identifier>
  <dcterms:modified xsi:type="dcterms:W3CDTF">2011-08-01T06:04:30Z</dcterms:modified>
  <cp:revision>1</cp:revision>
  <dc:title>HELM-IIoT_Autonomous_Edge_Intelligence.pdf</dc:title>
</cp:coreProperties>
</file>